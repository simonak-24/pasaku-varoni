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48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867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089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13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20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80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0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8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38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27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27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F3322E9-3163-4108-BAF5-AB579589E761}" type="datetimeFigureOut">
              <a:rPr lang="de-DE" smtClean="0"/>
              <a:t>18.06.2026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FC230EB-9CA0-4AB7-8155-7A7171E785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86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871A-6512-5A25-B262-EF72A8F842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Tēlu noteikšana latviešu tautas pasakās: IMPLEMENTĀCIJA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2EA36-AA6A-DF5F-57B3-A717B8F68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/>
              <a:t>Simona Kaščejeva sk23074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2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DBB6-5B82-AF7D-B589-FB3C0477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Ideja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A7168-57E5-0A15-FAFF-AA4AA16AE6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lv-LV" dirty="0"/>
              <a:t>Identificēt latviešu tautas pasaku tekstos esošos tēlus (pameita, ķēniņš, u.c.).</a:t>
            </a:r>
          </a:p>
          <a:p>
            <a:r>
              <a:rPr lang="lv-LV" dirty="0"/>
              <a:t>Dabiskās valodas apstrāde – konkrētu vārdu klasificēšana pēc to nozīmes tekstā.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E059B-8A5E-8109-3F0A-0B17EC6DEF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lv-LV" dirty="0"/>
              <a:t>Metodes:  Vārdšķiru un gramatiskās informācijas marķēšana, vārdu biežumu (gan kā teikuma priekšmetu, gan citās formās) aprēķins.</a:t>
            </a:r>
          </a:p>
          <a:p>
            <a:r>
              <a:rPr lang="lv-LV" dirty="0"/>
              <a:t>Dati: Pētera Šmita «Latviešu pasakas un teikas» 2.-12. sējums, ar 2580 derīgām pasakām.</a:t>
            </a:r>
          </a:p>
        </p:txBody>
      </p:sp>
    </p:spTree>
    <p:extLst>
      <p:ext uri="{BB962C8B-B14F-4D97-AF65-F5344CB8AC3E}">
        <p14:creationId xmlns:p14="http://schemas.microsoft.com/office/powerpoint/2010/main" val="277412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C4E3-5C53-6A3E-4D81-DD514575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Saistītie Pētījumi?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639A-2383-8048-D7AA-E86249D4C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96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446D-6D8E-0ED4-FC2B-36F2CB41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Programmas darbība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FF3E2-997E-5010-E2C1-8FB7DA52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Teksta izguve no failiem, atlase, tīrīšana un sakārtošana vienotā struktūrā.</a:t>
            </a:r>
          </a:p>
          <a:p>
            <a:r>
              <a:rPr lang="lv-LV" dirty="0"/>
              <a:t>Katrai pasakai:</a:t>
            </a:r>
          </a:p>
          <a:p>
            <a:pPr lvl="1"/>
            <a:r>
              <a:rPr lang="lv-LV" dirty="0"/>
              <a:t>Vārdšķiru un gramatiskās informācijas marķēšana, izmantojot Stanza.</a:t>
            </a:r>
          </a:p>
          <a:p>
            <a:pPr lvl="1"/>
            <a:r>
              <a:rPr lang="lv-LV" dirty="0"/>
              <a:t>Teikuma priekšmetu un lietvārdu / īpašvārdu biežumu sarakstu izveide.</a:t>
            </a:r>
          </a:p>
          <a:p>
            <a:pPr lvl="1"/>
            <a:r>
              <a:rPr lang="lv-LV" dirty="0"/>
              <a:t>Tēlu saraksta izveide, atkarībā no vārda biežumiem tekstā.</a:t>
            </a:r>
          </a:p>
          <a:p>
            <a:r>
              <a:rPr lang="lv-LV" dirty="0"/>
              <a:t>Rezultātu strukturēta saglabāšana.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940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5572-553D-19AC-5CFC-69E8B5A1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NOVĒRTĒJUMS</a:t>
            </a:r>
            <a:endParaRPr lang="de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41484-C514-5348-50E4-2B628F4F3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7.3% </a:t>
            </a:r>
            <a:r>
              <a:rPr lang="de-DE" dirty="0" err="1"/>
              <a:t>testēto</a:t>
            </a:r>
            <a:r>
              <a:rPr lang="de-DE" dirty="0"/>
              <a:t> </a:t>
            </a:r>
            <a:r>
              <a:rPr lang="de-DE" dirty="0" err="1"/>
              <a:t>pasaku</a:t>
            </a:r>
            <a:r>
              <a:rPr lang="de-DE" dirty="0"/>
              <a:t> </a:t>
            </a:r>
            <a:r>
              <a:rPr lang="de-DE" dirty="0" err="1"/>
              <a:t>tika</a:t>
            </a:r>
            <a:r>
              <a:rPr lang="de-DE" dirty="0"/>
              <a:t> </a:t>
            </a:r>
            <a:r>
              <a:rPr lang="de-DE" dirty="0" err="1"/>
              <a:t>atrasti</a:t>
            </a:r>
            <a:r>
              <a:rPr lang="de-DE" dirty="0"/>
              <a:t> </a:t>
            </a:r>
            <a:r>
              <a:rPr lang="de-DE" dirty="0" err="1"/>
              <a:t>precīzi</a:t>
            </a:r>
            <a:r>
              <a:rPr lang="de-DE" dirty="0"/>
              <a:t> </a:t>
            </a:r>
            <a:r>
              <a:rPr lang="de-DE" dirty="0" err="1"/>
              <a:t>testa</a:t>
            </a:r>
            <a:r>
              <a:rPr lang="de-DE" dirty="0"/>
              <a:t> </a:t>
            </a:r>
            <a:r>
              <a:rPr lang="de-DE" dirty="0" err="1"/>
              <a:t>datos</a:t>
            </a:r>
            <a:r>
              <a:rPr lang="de-DE" dirty="0"/>
              <a:t> </a:t>
            </a:r>
            <a:r>
              <a:rPr lang="de-DE" dirty="0" err="1"/>
              <a:t>esošie</a:t>
            </a:r>
            <a:r>
              <a:rPr lang="de-DE" dirty="0"/>
              <a:t> </a:t>
            </a:r>
            <a:r>
              <a:rPr lang="de-DE" dirty="0" err="1"/>
              <a:t>tēli</a:t>
            </a:r>
            <a:r>
              <a:rPr lang="de-DE" dirty="0"/>
              <a:t>.</a:t>
            </a:r>
            <a:endParaRPr lang="lv-LV" dirty="0"/>
          </a:p>
          <a:p>
            <a:r>
              <a:rPr lang="lv-LV" dirty="0"/>
              <a:t>51.8% testēto pasaku tika atrasts kāds tēls, kura testa datos nebija.</a:t>
            </a:r>
          </a:p>
          <a:p>
            <a:r>
              <a:rPr lang="lv-LV" dirty="0"/>
              <a:t>80.0% testēto pasaku netika atrasts kāds tēls, kurš testa datos tika iekļauts.</a:t>
            </a:r>
          </a:p>
          <a:p>
            <a:endParaRPr lang="lv-LV" dirty="0"/>
          </a:p>
          <a:p>
            <a:r>
              <a:rPr lang="lv-LV" dirty="0"/>
              <a:t>31.0% akurātums kategorijai 'meita’.</a:t>
            </a:r>
          </a:p>
          <a:p>
            <a:r>
              <a:rPr lang="lv-LV" dirty="0"/>
              <a:t>25.0% akurātums kategorijai 'ķēniņš'.</a:t>
            </a:r>
          </a:p>
          <a:p>
            <a:r>
              <a:rPr lang="lv-LV" dirty="0"/>
              <a:t>64.3% akurātums kategorijai 'velns’.</a:t>
            </a:r>
          </a:p>
          <a:p>
            <a:r>
              <a:rPr lang="lv-LV" dirty="0"/>
              <a:t>Precizitāte un pārklājums netika mērīti.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7CFD6-EBED-2478-AA52-822BC12A6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v-LV" dirty="0"/>
          </a:p>
          <a:p>
            <a:r>
              <a:rPr lang="lv-LV" dirty="0"/>
              <a:t>Testēšanai marķēto pasaku skaits:</a:t>
            </a:r>
          </a:p>
          <a:p>
            <a:r>
              <a:rPr lang="lv-LV" sz="1800" dirty="0"/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78189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5857-E1EA-3B3D-1A6C-31E304DA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Potenciālie uzlabojumi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B233-0EBB-77C4-FC69-AE602350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Apzīmētāju iekļaušana tēlu noteikšanā.</a:t>
            </a:r>
          </a:p>
          <a:p>
            <a:pPr lvl="1"/>
            <a:r>
              <a:rPr lang="lv-LV" dirty="0"/>
              <a:t>Varētu būtiski uzlabot kategorijas «ķēniņš» rezultātu, piemēram.</a:t>
            </a:r>
          </a:p>
          <a:p>
            <a:r>
              <a:rPr lang="lv-LV" dirty="0"/>
              <a:t>Precīzākas prasības attiecībā uz garāku pasaku apstrādi.</a:t>
            </a:r>
          </a:p>
          <a:p>
            <a:pPr lvl="1"/>
            <a:r>
              <a:rPr lang="lv-LV" dirty="0"/>
              <a:t>Iespējams, tēlus </a:t>
            </a:r>
            <a:r>
              <a:rPr lang="lv-LV"/>
              <a:t>identificēt pa mazākām </a:t>
            </a:r>
            <a:r>
              <a:rPr lang="lv-LV" dirty="0"/>
              <a:t>daļām.</a:t>
            </a:r>
          </a:p>
          <a:p>
            <a:r>
              <a:rPr lang="lv-LV" dirty="0"/>
              <a:t>Tekstu kvalitātes uzlabošana.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28475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2988-9C50-6F0A-A9D1-4F08D6AEB4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Paldies par uzmanību!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D5A84-F8E7-7440-017F-B31D9D64C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/>
              <a:t>Tagad, demonstrācija.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52286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254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Tēlu noteikšana latviešu tautas pasakās: IMPLEMENTĀCIJA</vt:lpstr>
      <vt:lpstr>Ideja</vt:lpstr>
      <vt:lpstr>Saistītie Pētījumi?</vt:lpstr>
      <vt:lpstr>Programmas darbība</vt:lpstr>
      <vt:lpstr>NOVĒRTĒJUMS</vt:lpstr>
      <vt:lpstr>Potenciālie uzlabojumi</vt:lpstr>
      <vt:lpstr>Paldies par uzmanību!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Kaščejeva</dc:creator>
  <cp:lastModifiedBy>Simona Kaščejeva</cp:lastModifiedBy>
  <cp:revision>15</cp:revision>
  <dcterms:created xsi:type="dcterms:W3CDTF">2026-06-18T00:23:42Z</dcterms:created>
  <dcterms:modified xsi:type="dcterms:W3CDTF">2026-06-18T00:56:47Z</dcterms:modified>
</cp:coreProperties>
</file>