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351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F3534B-26E7-4727-8114-E7D227A75518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A36618-6480-4CC3-89B3-4B242B4AD21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81479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A36618-6480-4CC3-89B3-4B242B4AD219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45573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22E9-3163-4108-BAF5-AB579589E761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0EB-9CA0-4AB7-8155-7A7171E785D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94830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22E9-3163-4108-BAF5-AB579589E761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0EB-9CA0-4AB7-8155-7A7171E785D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8678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22E9-3163-4108-BAF5-AB579589E761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0EB-9CA0-4AB7-8155-7A7171E785D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50899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22E9-3163-4108-BAF5-AB579589E761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0EB-9CA0-4AB7-8155-7A7171E785D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5133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22E9-3163-4108-BAF5-AB579589E761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0EB-9CA0-4AB7-8155-7A7171E785DE}" type="slidenum">
              <a:rPr lang="de-DE" smtClean="0"/>
              <a:t>‹#›</a:t>
            </a:fld>
            <a:endParaRPr lang="de-DE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206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22E9-3163-4108-BAF5-AB579589E761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0EB-9CA0-4AB7-8155-7A7171E785D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9805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22E9-3163-4108-BAF5-AB579589E761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0EB-9CA0-4AB7-8155-7A7171E785D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09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22E9-3163-4108-BAF5-AB579589E761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de-DE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0EB-9CA0-4AB7-8155-7A7171E785D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186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F3322E9-3163-4108-BAF5-AB579589E761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de-DE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0EB-9CA0-4AB7-8155-7A7171E785D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73836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22E9-3163-4108-BAF5-AB579589E761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0EB-9CA0-4AB7-8155-7A7171E785D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1270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322E9-3163-4108-BAF5-AB579589E761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230EB-9CA0-4AB7-8155-7A7171E785D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5279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0F3322E9-3163-4108-BAF5-AB579589E761}" type="datetimeFigureOut">
              <a:rPr lang="de-DE" smtClean="0"/>
              <a:t>18.06.2026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AFC230EB-9CA0-4AB7-8155-7A7171E785D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5865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roza.lnb.lv/en/petijumi/transports-romanos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clanthology.org/N19-1220/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7871A-6512-5A25-B262-EF72A8F842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lv-LV" dirty="0"/>
              <a:t>Tēlu noteikšana latviešu tautas pasakās: IMPLEMENTĀCIJA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52EA36-AA6A-DF5F-57B3-A717B8F68A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lv-LV" dirty="0"/>
              <a:t>Simona Kaščejeva sk23074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9260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BDBB6-5B82-AF7D-B589-FB3C04772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Ideja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AA7168-57E5-0A15-FAFF-AA4AA16AE6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lv-LV" dirty="0"/>
              <a:t>Identificēt latviešu tautas pasaku tekstos esošos tēlus (pameita, ķēniņš, u.c.).</a:t>
            </a:r>
          </a:p>
          <a:p>
            <a:r>
              <a:rPr lang="lv-LV" dirty="0"/>
              <a:t>Dabiskās valodas apstrāde – konkrētu vārdu klasificēšana pēc to nozīmes tekstā.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2E059B-8A5E-8109-3F0A-0B17EC6DEF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lv-LV" dirty="0"/>
              <a:t>Metodes:  Vārdšķiru un gramatiskās informācijas marķēšana, vārdu biežumu (gan kā teikuma priekšmetu, gan citās formās) aprēķins.</a:t>
            </a:r>
          </a:p>
          <a:p>
            <a:r>
              <a:rPr lang="lv-LV" dirty="0"/>
              <a:t>Dati: Pētera Šmita «Latviešu pasakas un teikas» 2.-12. sējums, ar 2580 derīgām pasakām.</a:t>
            </a:r>
          </a:p>
        </p:txBody>
      </p:sp>
    </p:spTree>
    <p:extLst>
      <p:ext uri="{BB962C8B-B14F-4D97-AF65-F5344CB8AC3E}">
        <p14:creationId xmlns:p14="http://schemas.microsoft.com/office/powerpoint/2010/main" val="27741230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7C4E3-5C53-6A3E-4D81-DD514575F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Saistīti Pētījumi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18639A-2383-8048-D7AA-E86249D4C8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lv-LV" dirty="0"/>
              <a:t>Latviešu prozas skaitītājs:  </a:t>
            </a:r>
            <a:r>
              <a:rPr lang="lv-LV" dirty="0">
                <a:hlinkClick r:id="rId3"/>
              </a:rPr>
              <a:t>Transportlīdzekļi senākajos latviešu romānos</a:t>
            </a:r>
            <a:endParaRPr lang="lv-LV" dirty="0"/>
          </a:p>
          <a:p>
            <a:pPr lvl="1"/>
            <a:r>
              <a:rPr lang="lv-LV" dirty="0"/>
              <a:t>Izmanto Word2Vec &amp; Gemini, nevis likumos balstītu meklēšanu.</a:t>
            </a:r>
          </a:p>
          <a:p>
            <a:r>
              <a:rPr lang="lv-LV" dirty="0">
                <a:hlinkClick r:id="rId4"/>
              </a:rPr>
              <a:t>An annotated dataset of literary entities</a:t>
            </a:r>
            <a:endParaRPr lang="lv-LV" dirty="0"/>
          </a:p>
          <a:p>
            <a:pPr lvl="1"/>
            <a:r>
              <a:rPr lang="lv-LV" dirty="0"/>
              <a:t>Trenēts modelis uz iepriekš anotētiem datiem.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6961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F446D-6D8E-0ED4-FC2B-36F2CB41F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Programmas darbība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DFF3E2-997E-5010-E2C1-8FB7DA52F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lv-LV" dirty="0"/>
              <a:t>Teksta izguve no failiem, atlase, tīrīšana un sakārtošana vienotā struktūrā.</a:t>
            </a:r>
          </a:p>
          <a:p>
            <a:r>
              <a:rPr lang="lv-LV" dirty="0"/>
              <a:t>Katrai pasakai:</a:t>
            </a:r>
          </a:p>
          <a:p>
            <a:pPr lvl="1"/>
            <a:r>
              <a:rPr lang="lv-LV" dirty="0"/>
              <a:t>Vārdšķiru un gramatiskās informācijas marķēšana, izmantojot Stanza.</a:t>
            </a:r>
          </a:p>
          <a:p>
            <a:pPr lvl="1"/>
            <a:r>
              <a:rPr lang="lv-LV" dirty="0"/>
              <a:t>Teikuma priekšmetu un lietvārdu / īpašvārdu biežumu sarakstu izveide.</a:t>
            </a:r>
          </a:p>
          <a:p>
            <a:pPr lvl="1"/>
            <a:r>
              <a:rPr lang="lv-LV" dirty="0"/>
              <a:t>Tēlu saraksta izveide, atkarībā no vārda biežumiem tekstā.</a:t>
            </a:r>
          </a:p>
          <a:p>
            <a:r>
              <a:rPr lang="lv-LV" dirty="0"/>
              <a:t>Rezultātu strukturēta saglabāšana.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49401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35572-553D-19AC-5CFC-69E8B5A14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NOVĒRTĒJUMS</a:t>
            </a:r>
            <a:endParaRPr lang="de-D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0E41484-C514-5348-50E4-2B628F4F36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7.3% </a:t>
            </a:r>
            <a:r>
              <a:rPr lang="de-DE" dirty="0" err="1"/>
              <a:t>testēto</a:t>
            </a:r>
            <a:r>
              <a:rPr lang="de-DE" dirty="0"/>
              <a:t> </a:t>
            </a:r>
            <a:r>
              <a:rPr lang="de-DE" dirty="0" err="1"/>
              <a:t>pasaku</a:t>
            </a:r>
            <a:r>
              <a:rPr lang="de-DE" dirty="0"/>
              <a:t> </a:t>
            </a:r>
            <a:r>
              <a:rPr lang="de-DE" dirty="0" err="1"/>
              <a:t>tika</a:t>
            </a:r>
            <a:r>
              <a:rPr lang="de-DE" dirty="0"/>
              <a:t> </a:t>
            </a:r>
            <a:r>
              <a:rPr lang="de-DE" dirty="0" err="1"/>
              <a:t>atrasti</a:t>
            </a:r>
            <a:r>
              <a:rPr lang="de-DE" dirty="0"/>
              <a:t> </a:t>
            </a:r>
            <a:r>
              <a:rPr lang="de-DE" dirty="0" err="1"/>
              <a:t>precīzi</a:t>
            </a:r>
            <a:r>
              <a:rPr lang="de-DE" dirty="0"/>
              <a:t> </a:t>
            </a:r>
            <a:r>
              <a:rPr lang="de-DE" dirty="0" err="1"/>
              <a:t>testa</a:t>
            </a:r>
            <a:r>
              <a:rPr lang="de-DE" dirty="0"/>
              <a:t> </a:t>
            </a:r>
            <a:r>
              <a:rPr lang="de-DE" dirty="0" err="1"/>
              <a:t>datos</a:t>
            </a:r>
            <a:r>
              <a:rPr lang="de-DE" dirty="0"/>
              <a:t> </a:t>
            </a:r>
            <a:r>
              <a:rPr lang="de-DE" dirty="0" err="1"/>
              <a:t>esošie</a:t>
            </a:r>
            <a:r>
              <a:rPr lang="de-DE" dirty="0"/>
              <a:t> </a:t>
            </a:r>
            <a:r>
              <a:rPr lang="de-DE" dirty="0" err="1"/>
              <a:t>tēli</a:t>
            </a:r>
            <a:r>
              <a:rPr lang="de-DE" dirty="0"/>
              <a:t>.</a:t>
            </a:r>
            <a:endParaRPr lang="lv-LV" dirty="0"/>
          </a:p>
          <a:p>
            <a:r>
              <a:rPr lang="lv-LV" dirty="0"/>
              <a:t>51.8% testēto pasaku tika atrasts kāds tēls, kura testa datos nebija.</a:t>
            </a:r>
          </a:p>
          <a:p>
            <a:r>
              <a:rPr lang="lv-LV" dirty="0"/>
              <a:t>80.0% testēto pasaku netika atrasts kāds tēls, kurš testa datos tika iekļauts.</a:t>
            </a:r>
          </a:p>
          <a:p>
            <a:endParaRPr lang="lv-LV" dirty="0"/>
          </a:p>
          <a:p>
            <a:r>
              <a:rPr lang="lv-LV" dirty="0"/>
              <a:t>31.0% akurātums kategorijai 'meita’.</a:t>
            </a:r>
          </a:p>
          <a:p>
            <a:r>
              <a:rPr lang="lv-LV" dirty="0"/>
              <a:t>25.0% akurātums kategorijai 'ķēniņš'.</a:t>
            </a:r>
          </a:p>
          <a:p>
            <a:r>
              <a:rPr lang="lv-LV" dirty="0"/>
              <a:t>64.3% akurātums kategorijai 'velns’.</a:t>
            </a:r>
          </a:p>
          <a:p>
            <a:r>
              <a:rPr lang="lv-LV" dirty="0"/>
              <a:t>Precizitāte un pārklājums netika mērīti.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67CFD6-EBED-2478-AA52-822BC12A6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lv-LV" dirty="0"/>
          </a:p>
          <a:p>
            <a:r>
              <a:rPr lang="lv-LV" dirty="0"/>
              <a:t>Testēšanai marķēto pasaku skaits:</a:t>
            </a:r>
          </a:p>
          <a:p>
            <a:r>
              <a:rPr lang="lv-LV" sz="1800" dirty="0"/>
              <a:t>110</a:t>
            </a:r>
          </a:p>
        </p:txBody>
      </p:sp>
    </p:spTree>
    <p:extLst>
      <p:ext uri="{BB962C8B-B14F-4D97-AF65-F5344CB8AC3E}">
        <p14:creationId xmlns:p14="http://schemas.microsoft.com/office/powerpoint/2010/main" val="17818945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C5857-E1EA-3B3D-1A6C-31E304DA6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Potenciālie uzlabojumi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6FB233-0EBB-77C4-FC69-AE60235025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lv-LV" dirty="0"/>
              <a:t>Apzīmētāju iekļaušana tēlu noteikšanā.</a:t>
            </a:r>
          </a:p>
          <a:p>
            <a:pPr lvl="1"/>
            <a:r>
              <a:rPr lang="lv-LV" dirty="0"/>
              <a:t>Varētu būtiski uzlabot kategorijas «ķēniņš» rezultātu, piemēram.</a:t>
            </a:r>
          </a:p>
          <a:p>
            <a:r>
              <a:rPr lang="lv-LV" dirty="0"/>
              <a:t>Precīzākas prasības attiecībā uz garāku pasaku apstrādi.</a:t>
            </a:r>
          </a:p>
          <a:p>
            <a:pPr lvl="1"/>
            <a:r>
              <a:rPr lang="lv-LV" dirty="0"/>
              <a:t>Iespējams, tēlus </a:t>
            </a:r>
            <a:r>
              <a:rPr lang="lv-LV"/>
              <a:t>identificēt pa mazākām </a:t>
            </a:r>
            <a:r>
              <a:rPr lang="lv-LV" dirty="0"/>
              <a:t>daļām.</a:t>
            </a:r>
          </a:p>
          <a:p>
            <a:r>
              <a:rPr lang="lv-LV" dirty="0"/>
              <a:t>Tekstu kvalitātes uzlabošana.</a:t>
            </a:r>
          </a:p>
          <a:p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2847540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D2988-9C50-6F0A-A9D1-4F08D6AEB4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lv-LV" dirty="0"/>
              <a:t>Paldies par uzmanību!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2D5A84-F8E7-7440-017F-B31D9D64C2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lv-LV" dirty="0"/>
              <a:t>Tagad, demonstrācija.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15228689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0</TotalTime>
  <Words>285</Words>
  <Application>Microsoft Office PowerPoint</Application>
  <PresentationFormat>Widescreen</PresentationFormat>
  <Paragraphs>40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Arial</vt:lpstr>
      <vt:lpstr>Gill Sans MT</vt:lpstr>
      <vt:lpstr>Parcel</vt:lpstr>
      <vt:lpstr>Tēlu noteikšana latviešu tautas pasakās: IMPLEMENTĀCIJA</vt:lpstr>
      <vt:lpstr>Ideja</vt:lpstr>
      <vt:lpstr>Saistīti Pētījumi</vt:lpstr>
      <vt:lpstr>Programmas darbība</vt:lpstr>
      <vt:lpstr>NOVĒRTĒJUMS</vt:lpstr>
      <vt:lpstr>Potenciālie uzlabojumi</vt:lpstr>
      <vt:lpstr>Paldies par uzmanību!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Simona Kaščejeva</dc:creator>
  <cp:lastModifiedBy>Simona Kaščejeva</cp:lastModifiedBy>
  <cp:revision>19</cp:revision>
  <dcterms:created xsi:type="dcterms:W3CDTF">2026-06-18T00:23:42Z</dcterms:created>
  <dcterms:modified xsi:type="dcterms:W3CDTF">2026-06-18T07:14:19Z</dcterms:modified>
</cp:coreProperties>
</file>